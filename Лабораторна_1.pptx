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F6D87-09EA-6E99-1F77-D9AFA454F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58DB5-D20D-C469-92DB-0A24AA378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B1990-70B1-8B2B-7410-BDD88AA8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C6ABD-701B-88EC-6E9D-4B3546F4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72BE7-8058-639C-369B-A42E87D9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940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9764-D77C-47C0-3CF2-66C7EE44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D1EE4-71D2-2DB5-90BF-137CBBFF5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A4957-E3C7-37A7-42F8-B597B94CD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7E309-BB73-2700-5331-BA2B6D7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B1269-3A24-284A-4EF5-DA6CE71E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028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0674-352E-E4AE-E50C-2B74B297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F1B20-6912-BDDA-E49B-901F654ED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766DF-D850-DEAB-FCF9-4DC423A2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97BD2-DAD0-FA75-51C2-7FDB2467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4A4FE-E0F9-D8E3-6252-BAC2EF5E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0537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DF961-AADC-9392-34D1-77D61D88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3D04-E000-6D2F-CE97-0A9C262D5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C5F12-5120-5B46-D800-8FE84C542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3F4D4-1394-33CB-6895-975125D5A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A5492-13FF-E78D-3D47-55560346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795F-1638-3C16-B364-3B2FDB441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540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28DB-ABF9-529C-2493-66F146EF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18206-808C-8D0A-A0AA-83C6C3347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3F56B-7DF4-81AC-6D87-6FAA0F0C1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F03717-E594-0933-E125-8DBA6C913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FE8BE-074D-A9DE-544F-670981240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009EE0-EE5D-AF05-E43B-DBD9E88E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A0982A-6EB6-FE80-3704-DEDAED92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7E287E-5E14-FCC5-E318-040067AA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375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3996-B546-394E-3AB2-9EC7CD06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3D549-E5ED-4D93-727C-C305F2F9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39E8E-9E12-B81B-46A9-9F220E4C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EDF1E-6D91-1117-4EF0-7AC85636B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836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1F827D-8429-F510-4D50-A9E3181D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92677-6AD5-44E2-4DBC-2FBA6E5E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E6387-6D57-2948-B864-749D1A19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7934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896CD-E943-CB4F-8A93-1F584961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0DA5-352A-BCF4-481A-1F7FD8BAE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9DF23-7C7E-8DDD-31B1-48B08F594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4F7F8-E1F5-65B1-3294-306CE96B2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10231-8FCD-EFC0-02B5-3F333BE6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59E16-6F83-2984-C7BF-4369B8786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91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941B8-5A75-8634-4BD2-CBD80E12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B25EB-E4CB-0351-46B5-B13BAA747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E13F7-F587-E73F-089C-6178A6021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8E447-EDCA-FA86-9CDE-F78B38F3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2A101-5DF1-B6DD-DCAE-5ACE1DB81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35AEA-64E6-39E7-37F4-73D9D9581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537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AD47-FFC8-C9C7-1C9E-EB26BB56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6D405-0D56-ACEF-569B-A4A511267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5C18E-A894-2ADC-8280-000A1CA1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817F2-764D-50AA-AA5E-566F7DDC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5A9BC-E429-36DD-4EA4-C15BEA00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384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64D9B4-0A7B-9772-4608-F0C8AFFEF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1281B-D3A7-C07B-A620-5F70E68BC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DF1A5-F6B9-5F63-341F-65C6A42E9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83FED-A8DE-5698-AD98-5DDB5239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DE2B-A6C2-DD9D-3DCB-1AEBD193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880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552FB-8DB0-B3B1-1D05-6D0A9A53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238FA-E364-FEE7-259C-44B2FED34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684B5-68FF-1A80-4839-078F6223F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8E339-896D-4591-9E26-2982FE364767}" type="datetimeFigureOut">
              <a:rPr lang="uk-UA" smtClean="0"/>
              <a:t>14.05.2026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9AB0B-11FA-B31F-A751-AC8AB67A3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5E6C6-970B-66D5-C380-DF51C98A7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AE7EE-A82D-47CD-AC4F-BA04460AD7E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79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19C603-1A3A-F6D1-A04E-7A75A922A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8434" y="1648839"/>
            <a:ext cx="10175132" cy="2331394"/>
          </a:xfrm>
        </p:spPr>
        <p:txBody>
          <a:bodyPr/>
          <a:lstStyle/>
          <a:p>
            <a:r>
              <a:rPr lang="uk-UA" dirty="0"/>
              <a:t>Лабораторна робота №1</a:t>
            </a:r>
          </a:p>
          <a:p>
            <a:r>
              <a:rPr lang="uk-UA" sz="1800" dirty="0"/>
              <a:t>Тема: "Налаштування робочого середовища"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D2FB15D-A75C-BE6F-00D1-923DB8069FEF}"/>
              </a:ext>
            </a:extLst>
          </p:cNvPr>
          <p:cNvSpPr txBox="1">
            <a:spLocks/>
          </p:cNvSpPr>
          <p:nvPr/>
        </p:nvSpPr>
        <p:spPr>
          <a:xfrm>
            <a:off x="9400163" y="4441858"/>
            <a:ext cx="228162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400" dirty="0"/>
              <a:t>Виконав</a:t>
            </a:r>
            <a:r>
              <a:rPr lang="en-US" sz="1400" dirty="0"/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400" dirty="0"/>
              <a:t>Студент групи ІП-22-2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400" dirty="0"/>
              <a:t>Бойко О. О.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229593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ADEFD-9C81-7468-1360-A8414B014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461" y="800978"/>
            <a:ext cx="9927078" cy="4351338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0"/>
              </a:spcBef>
              <a:buAutoNum type="arabicPeriod"/>
            </a:pPr>
            <a:r>
              <a:rPr lang="ru-RU" sz="1400" b="1" dirty="0"/>
              <a:t>Мета </a:t>
            </a:r>
            <a:r>
              <a:rPr lang="ru-RU" sz="1400" b="1" dirty="0" err="1"/>
              <a:t>роботи</a:t>
            </a:r>
            <a:r>
              <a:rPr lang="ru-RU" sz="1400" b="1" dirty="0"/>
              <a:t>:</a:t>
            </a:r>
            <a:r>
              <a:rPr lang="en-US" sz="1400" b="1" dirty="0"/>
              <a:t> </a:t>
            </a:r>
            <a:r>
              <a:rPr lang="uk-UA" sz="1400" dirty="0"/>
              <a:t>здійснити проведення налаштування робочого середовища для подальшого виконання лабораторних робіт.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ru-RU" sz="1400" b="1" dirty="0"/>
              <a:t>Порядок </a:t>
            </a:r>
            <a:r>
              <a:rPr lang="ru-RU" sz="1400" b="1" dirty="0" err="1"/>
              <a:t>виконання</a:t>
            </a:r>
            <a:r>
              <a:rPr lang="ru-RU" sz="1400" b="1" dirty="0"/>
              <a:t> </a:t>
            </a:r>
            <a:r>
              <a:rPr lang="ru-RU" sz="1400" b="1" dirty="0" err="1"/>
              <a:t>роботи</a:t>
            </a:r>
            <a:r>
              <a:rPr lang="ru-RU" sz="1400" b="1" dirty="0"/>
              <a:t>: 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endParaRPr lang="ru-RU" sz="14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/>
              <a:t>    2.1. </a:t>
            </a:r>
            <a:r>
              <a:rPr lang="ru-RU" sz="1400" dirty="0" err="1"/>
              <a:t>Підготовка</a:t>
            </a:r>
            <a:r>
              <a:rPr lang="ru-RU" sz="1400" dirty="0"/>
              <a:t> до </a:t>
            </a:r>
            <a:r>
              <a:rPr lang="ru-RU" sz="1400" dirty="0" err="1"/>
              <a:t>виконання</a:t>
            </a:r>
            <a:r>
              <a:rPr lang="ru-RU" sz="1400" dirty="0"/>
              <a:t> </a:t>
            </a:r>
            <a:r>
              <a:rPr lang="ru-RU" sz="1400" dirty="0" err="1"/>
              <a:t>роботи</a:t>
            </a:r>
            <a:r>
              <a:rPr lang="ru-RU" sz="1400" dirty="0"/>
              <a:t> (</a:t>
            </a:r>
            <a:r>
              <a:rPr lang="ru-RU" sz="1400" dirty="0" err="1"/>
              <a:t>попереднє</a:t>
            </a:r>
            <a:r>
              <a:rPr lang="ru-RU" sz="1400" dirty="0"/>
              <a:t> </a:t>
            </a:r>
            <a:r>
              <a:rPr lang="ru-RU" sz="1400" dirty="0" err="1"/>
              <a:t>ознайомлення</a:t>
            </a:r>
            <a:r>
              <a:rPr lang="ru-RU" sz="1400" dirty="0"/>
              <a:t> з </a:t>
            </a:r>
            <a:r>
              <a:rPr lang="ru-RU" sz="1400" dirty="0" err="1"/>
              <a:t>методичними</a:t>
            </a:r>
            <a:r>
              <a:rPr lang="ru-RU" sz="1400" dirty="0"/>
              <a:t> </a:t>
            </a:r>
            <a:r>
              <a:rPr lang="ru-RU" sz="1400" dirty="0" err="1"/>
              <a:t>вказівками</a:t>
            </a:r>
            <a:r>
              <a:rPr lang="ru-RU" sz="1400" dirty="0"/>
              <a:t> до </a:t>
            </a:r>
            <a:r>
              <a:rPr lang="ru-RU" sz="1400" dirty="0" err="1"/>
              <a:t>лабораторної</a:t>
            </a:r>
            <a:r>
              <a:rPr lang="ru-RU" sz="1400" dirty="0"/>
              <a:t> </a:t>
            </a:r>
            <a:r>
              <a:rPr lang="ru-RU" sz="1400" dirty="0" err="1"/>
              <a:t>роботи</a:t>
            </a:r>
            <a:r>
              <a:rPr lang="ru-RU" sz="1400" dirty="0"/>
              <a:t> та </a:t>
            </a:r>
            <a:r>
              <a:rPr lang="ru-RU" sz="1400" dirty="0" err="1"/>
              <a:t>опрацювання</a:t>
            </a:r>
            <a:r>
              <a:rPr lang="ru-RU" sz="1400" dirty="0"/>
              <a:t> теоретичного </a:t>
            </a:r>
            <a:r>
              <a:rPr lang="ru-RU" sz="1400" dirty="0" err="1"/>
              <a:t>матеріалу</a:t>
            </a:r>
            <a:r>
              <a:rPr lang="ru-RU" sz="1400" dirty="0"/>
              <a:t> за конспектом </a:t>
            </a:r>
            <a:r>
              <a:rPr lang="ru-RU" sz="1400" dirty="0" err="1"/>
              <a:t>лекцій</a:t>
            </a:r>
            <a:r>
              <a:rPr lang="ru-RU" sz="1400" dirty="0"/>
              <a:t> і </a:t>
            </a:r>
            <a:r>
              <a:rPr lang="ru-RU" sz="1400" dirty="0" err="1"/>
              <a:t>рекомендованою</a:t>
            </a:r>
            <a:r>
              <a:rPr lang="ru-RU" sz="1400" dirty="0"/>
              <a:t> </a:t>
            </a:r>
            <a:r>
              <a:rPr lang="ru-RU" sz="1400" dirty="0" err="1"/>
              <a:t>літературою</a:t>
            </a:r>
            <a:r>
              <a:rPr lang="ru-RU" sz="1400" dirty="0"/>
              <a:t>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/>
              <a:t>    2.2. </a:t>
            </a:r>
            <a:r>
              <a:rPr lang="ru-RU" sz="1400" dirty="0" err="1"/>
              <a:t>Виконання</a:t>
            </a:r>
            <a:r>
              <a:rPr lang="ru-RU" sz="1400" dirty="0"/>
              <a:t> </a:t>
            </a:r>
            <a:r>
              <a:rPr lang="ru-RU" sz="1400" dirty="0" err="1"/>
              <a:t>завдання</a:t>
            </a:r>
            <a:r>
              <a:rPr lang="ru-RU" sz="1400" dirty="0"/>
              <a:t>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/>
              <a:t>    2.3. </a:t>
            </a:r>
            <a:r>
              <a:rPr lang="ru-RU" sz="1400" dirty="0" err="1"/>
              <a:t>Захист</a:t>
            </a:r>
            <a:r>
              <a:rPr lang="ru-RU" sz="1400" dirty="0"/>
              <a:t> </a:t>
            </a:r>
            <a:r>
              <a:rPr lang="ru-RU" sz="1400" dirty="0" err="1"/>
              <a:t>роботи</a:t>
            </a:r>
            <a:r>
              <a:rPr lang="ru-RU" sz="1400" dirty="0"/>
              <a:t>. 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202786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C0C0BA-A79B-706E-41D2-D073A403F4A5}"/>
              </a:ext>
            </a:extLst>
          </p:cNvPr>
          <p:cNvSpPr txBox="1"/>
          <p:nvPr/>
        </p:nvSpPr>
        <p:spPr>
          <a:xfrm>
            <a:off x="1102467" y="309266"/>
            <a:ext cx="1000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/>
              <a:t>3. Результати виконаної роботи</a:t>
            </a:r>
          </a:p>
          <a:p>
            <a:r>
              <a:rPr lang="uk-UA" sz="1200" b="0" dirty="0"/>
              <a:t>Оскільки VS </a:t>
            </a:r>
            <a:r>
              <a:rPr lang="uk-UA" sz="1200" b="0" dirty="0" err="1"/>
              <a:t>Code</a:t>
            </a:r>
            <a:r>
              <a:rPr lang="uk-UA" sz="1200" dirty="0"/>
              <a:t> наявний на комп’ютері, </a:t>
            </a:r>
            <a:r>
              <a:rPr lang="en-US" sz="1200" dirty="0"/>
              <a:t>node.js </a:t>
            </a:r>
            <a:r>
              <a:rPr lang="uk-UA" sz="1200" dirty="0"/>
              <a:t>та </a:t>
            </a:r>
            <a:r>
              <a:rPr lang="en-US" sz="1200" dirty="0" err="1"/>
              <a:t>npm</a:t>
            </a:r>
            <a:r>
              <a:rPr lang="en-US" sz="1200" dirty="0"/>
              <a:t> </a:t>
            </a:r>
            <a:r>
              <a:rPr lang="uk-UA" sz="1200" dirty="0"/>
              <a:t>встановлені, було лиш оновлено </a:t>
            </a:r>
            <a:r>
              <a:rPr lang="en-US" sz="1200" dirty="0"/>
              <a:t>node.js </a:t>
            </a:r>
            <a:r>
              <a:rPr lang="uk-UA" sz="1200" dirty="0"/>
              <a:t>до </a:t>
            </a:r>
            <a:r>
              <a:rPr lang="en-US" sz="1200" dirty="0"/>
              <a:t>LTS </a:t>
            </a:r>
            <a:r>
              <a:rPr lang="uk-UA" sz="1200" dirty="0"/>
              <a:t>версії. Далі було створено скрипт з виводом імені в консоль та виконано. Результат показано на наступному рисунку:</a:t>
            </a:r>
            <a:br>
              <a:rPr lang="uk-UA" sz="1200" dirty="0"/>
            </a:br>
            <a:endParaRPr lang="uk-UA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421D8F-FFD2-1FB8-2B66-CB927D810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67" y="1002637"/>
            <a:ext cx="5953329" cy="2654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279F57-0D51-B2F4-A0DD-EA4EE76AAC0C}"/>
              </a:ext>
            </a:extLst>
          </p:cNvPr>
          <p:cNvSpPr txBox="1"/>
          <p:nvPr/>
        </p:nvSpPr>
        <p:spPr>
          <a:xfrm>
            <a:off x="1096000" y="3827751"/>
            <a:ext cx="100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/>
              <a:t>Git </a:t>
            </a:r>
            <a:r>
              <a:rPr lang="uk-UA" sz="1400" b="0" dirty="0"/>
              <a:t>наявний на комп’ютері, </a:t>
            </a:r>
            <a:r>
              <a:rPr lang="uk-UA" sz="1400" dirty="0"/>
              <a:t>як і </a:t>
            </a:r>
            <a:r>
              <a:rPr lang="uk-UA" sz="1400" b="0" dirty="0"/>
              <a:t>обліковий</a:t>
            </a:r>
            <a:r>
              <a:rPr lang="en-US" sz="1400" b="0" dirty="0"/>
              <a:t> </a:t>
            </a:r>
            <a:r>
              <a:rPr lang="uk-UA" sz="1400" b="0" dirty="0"/>
              <a:t>запис в </a:t>
            </a:r>
            <a:r>
              <a:rPr lang="en-US" sz="1400" b="0" dirty="0"/>
              <a:t>GitHub</a:t>
            </a:r>
            <a:r>
              <a:rPr lang="uk-UA" sz="1400" dirty="0"/>
              <a:t>. Тому наступним було створення репозиторію та публікація на обліковий</a:t>
            </a:r>
            <a:r>
              <a:rPr lang="en-US" sz="1400" dirty="0"/>
              <a:t> </a:t>
            </a:r>
            <a:r>
              <a:rPr lang="uk-UA" sz="1400" dirty="0"/>
              <a:t>запис. Результати показані на наступному рисунку:</a:t>
            </a:r>
            <a:endParaRPr lang="uk-UA" sz="1400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39A8B3-1993-779B-B1BC-881577248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67" y="4350971"/>
            <a:ext cx="4434279" cy="1515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4F6614-73C5-2E75-6532-7EF0B8D1D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716" y="4350971"/>
            <a:ext cx="3474679" cy="15167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D28970-8DB2-552E-8E01-A22E807CACAF}"/>
              </a:ext>
            </a:extLst>
          </p:cNvPr>
          <p:cNvSpPr txBox="1"/>
          <p:nvPr/>
        </p:nvSpPr>
        <p:spPr>
          <a:xfrm>
            <a:off x="1096000" y="6272132"/>
            <a:ext cx="6093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https://github.com/AlexBoiko412/auto-testing-lab1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5F837-0B21-EEB0-365D-11C84A4FEDB7}"/>
              </a:ext>
            </a:extLst>
          </p:cNvPr>
          <p:cNvSpPr txBox="1"/>
          <p:nvPr/>
        </p:nvSpPr>
        <p:spPr>
          <a:xfrm>
            <a:off x="1096000" y="5964355"/>
            <a:ext cx="100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Посилання на </a:t>
            </a:r>
            <a:r>
              <a:rPr lang="uk-UA" sz="1400" dirty="0" err="1"/>
              <a:t>репозиорій</a:t>
            </a:r>
            <a:r>
              <a:rPr lang="uk-UA" sz="1400" dirty="0"/>
              <a:t>:</a:t>
            </a:r>
            <a:endParaRPr lang="uk-UA" sz="1400" b="0" dirty="0"/>
          </a:p>
        </p:txBody>
      </p:sp>
    </p:spTree>
    <p:extLst>
      <p:ext uri="{BB962C8B-B14F-4D97-AF65-F5344CB8AC3E}">
        <p14:creationId xmlns:p14="http://schemas.microsoft.com/office/powerpoint/2010/main" val="65332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b="1" dirty="0"/>
              <a:t>4</a:t>
            </a:r>
            <a:r>
              <a:rPr sz="1400" b="1" dirty="0"/>
              <a:t>. </a:t>
            </a:r>
            <a:r>
              <a:rPr sz="1400" b="1" dirty="0" err="1"/>
              <a:t>Висновки</a:t>
            </a:r>
            <a:endParaRPr sz="1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457"/>
            <a:ext cx="10515600" cy="1158206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          </a:t>
            </a:r>
            <a:r>
              <a:rPr sz="1400" dirty="0"/>
              <a:t>В </a:t>
            </a:r>
            <a:r>
              <a:rPr sz="1400" dirty="0" err="1"/>
              <a:t>ході</a:t>
            </a:r>
            <a:r>
              <a:rPr sz="1400" dirty="0"/>
              <a:t> </a:t>
            </a:r>
            <a:r>
              <a:rPr sz="1400" dirty="0" err="1"/>
              <a:t>виконання</a:t>
            </a:r>
            <a:r>
              <a:rPr sz="1400" dirty="0"/>
              <a:t> </a:t>
            </a:r>
            <a:r>
              <a:rPr sz="1400" dirty="0" err="1"/>
              <a:t>лабораторної</a:t>
            </a:r>
            <a:r>
              <a:rPr sz="1400" dirty="0"/>
              <a:t> </a:t>
            </a:r>
            <a:r>
              <a:rPr sz="1400" dirty="0" err="1"/>
              <a:t>роботи</a:t>
            </a:r>
            <a:r>
              <a:rPr sz="1400" dirty="0"/>
              <a:t> №1 </a:t>
            </a:r>
            <a:r>
              <a:rPr sz="1400" dirty="0" err="1"/>
              <a:t>було</a:t>
            </a:r>
            <a:r>
              <a:rPr sz="1400" dirty="0"/>
              <a:t> </a:t>
            </a:r>
            <a:r>
              <a:rPr sz="1400" dirty="0" err="1"/>
              <a:t>налаштоване</a:t>
            </a:r>
            <a:r>
              <a:rPr sz="1400" dirty="0"/>
              <a:t> </a:t>
            </a:r>
            <a:r>
              <a:rPr sz="1400" dirty="0" err="1"/>
              <a:t>робоче</a:t>
            </a:r>
            <a:r>
              <a:rPr sz="1400" dirty="0"/>
              <a:t> </a:t>
            </a:r>
            <a:r>
              <a:rPr sz="1400" dirty="0" err="1"/>
              <a:t>середовище</a:t>
            </a:r>
            <a:r>
              <a:rPr sz="1400" dirty="0"/>
              <a:t>:</a:t>
            </a:r>
            <a:r>
              <a:rPr lang="en-US" sz="1400" dirty="0"/>
              <a:t> </a:t>
            </a:r>
            <a:r>
              <a:rPr sz="1400" dirty="0"/>
              <a:t>VS Code, Node.js, Gi</a:t>
            </a:r>
            <a:r>
              <a:rPr lang="en-US" sz="1400" dirty="0"/>
              <a:t>t</a:t>
            </a:r>
            <a:r>
              <a:rPr sz="1400" dirty="0"/>
              <a:t>. </a:t>
            </a:r>
            <a:r>
              <a:rPr sz="1400" dirty="0" err="1"/>
              <a:t>Перевірено</a:t>
            </a:r>
            <a:r>
              <a:rPr sz="1400" dirty="0"/>
              <a:t> </a:t>
            </a:r>
            <a:r>
              <a:rPr sz="1400" dirty="0" err="1"/>
              <a:t>роботу</a:t>
            </a:r>
            <a:r>
              <a:rPr sz="1400" dirty="0"/>
              <a:t> Node.js </a:t>
            </a:r>
            <a:r>
              <a:rPr sz="1400" dirty="0" err="1"/>
              <a:t>шляхом</a:t>
            </a:r>
            <a:r>
              <a:rPr sz="1400" dirty="0"/>
              <a:t> </a:t>
            </a:r>
            <a:r>
              <a:rPr sz="1400" dirty="0" err="1"/>
              <a:t>створення</a:t>
            </a:r>
            <a:r>
              <a:rPr sz="1400" dirty="0"/>
              <a:t> </a:t>
            </a:r>
            <a:r>
              <a:rPr sz="1400" dirty="0" err="1"/>
              <a:t>та</a:t>
            </a:r>
            <a:r>
              <a:rPr sz="1400" dirty="0"/>
              <a:t> </a:t>
            </a:r>
            <a:r>
              <a:rPr sz="1400" dirty="0" err="1"/>
              <a:t>виконання</a:t>
            </a:r>
            <a:r>
              <a:rPr sz="1400" dirty="0"/>
              <a:t> </a:t>
            </a:r>
            <a:r>
              <a:rPr sz="1400" dirty="0" err="1"/>
              <a:t>простого</a:t>
            </a:r>
            <a:r>
              <a:rPr sz="1400" dirty="0"/>
              <a:t> JS</a:t>
            </a:r>
            <a:r>
              <a:rPr lang="uk-UA" sz="1400" dirty="0"/>
              <a:t> </a:t>
            </a:r>
            <a:r>
              <a:rPr sz="1400" dirty="0" err="1"/>
              <a:t>скрипту</a:t>
            </a:r>
            <a:r>
              <a:rPr sz="1400" dirty="0"/>
              <a:t>. </a:t>
            </a:r>
            <a:r>
              <a:rPr sz="1400" dirty="0" err="1"/>
              <a:t>Налаштовано</a:t>
            </a:r>
            <a:r>
              <a:rPr sz="1400" dirty="0"/>
              <a:t> </a:t>
            </a:r>
            <a:r>
              <a:rPr sz="1400" dirty="0" err="1"/>
              <a:t>синхронізацію</a:t>
            </a:r>
            <a:r>
              <a:rPr sz="1400" dirty="0"/>
              <a:t> </a:t>
            </a:r>
            <a:r>
              <a:rPr sz="1400" dirty="0" err="1"/>
              <a:t>локального</a:t>
            </a:r>
            <a:r>
              <a:rPr sz="1400" dirty="0"/>
              <a:t> git-</a:t>
            </a:r>
            <a:r>
              <a:rPr sz="1400" dirty="0" err="1"/>
              <a:t>репозиторію</a:t>
            </a:r>
            <a:r>
              <a:rPr sz="1400" dirty="0"/>
              <a:t> з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214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4. Висновки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Boiko</dc:creator>
  <cp:lastModifiedBy>Alex Boiko</cp:lastModifiedBy>
  <cp:revision>8</cp:revision>
  <dcterms:created xsi:type="dcterms:W3CDTF">2026-05-14T09:21:37Z</dcterms:created>
  <dcterms:modified xsi:type="dcterms:W3CDTF">2026-05-14T10:57:37Z</dcterms:modified>
</cp:coreProperties>
</file>