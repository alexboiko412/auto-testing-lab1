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F6D87-09EA-6E99-1F77-D9AFA454F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58DB5-D20D-C469-92DB-0A24AA378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B1990-70B1-8B2B-7410-BDD88AA8D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C6ABD-701B-88EC-6E9D-4B3546F45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2BE7-8058-639C-369B-A42E87D9A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9405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D9764-D77C-47C0-3CF2-66C7EE445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D1EE4-71D2-2DB5-90BF-137CBBFF5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A4957-E3C7-37A7-42F8-B597B94CD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7E309-BB73-2700-5331-BA2B6D7EC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B1269-3A24-284A-4EF5-DA6CE71E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40282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D0674-352E-E4AE-E50C-2B74B297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F1B20-6912-BDDA-E49B-901F654ED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66DF-D850-DEAB-FCF9-4DC423A2A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97BD2-DAD0-FA75-51C2-7FDB2467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4A4FE-E0F9-D8E3-6252-BAC2EF5EB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05374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DF961-AADC-9392-34D1-77D61D883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73D04-E000-6D2F-CE97-0A9C262D5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C5F12-5120-5B46-D800-8FE84C542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3F4D4-1394-33CB-6895-975125D5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7A5492-13FF-E78D-3D47-555603460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795F-1638-3C16-B364-3B2FDB44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5400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28DB-ABF9-529C-2493-66F146EF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18206-808C-8D0A-A0AA-83C6C334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3F56B-7DF4-81AC-6D87-6FAA0F0C1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F03717-E594-0933-E125-8DBA6C9130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0FE8BE-074D-A9DE-544F-6709812404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009EE0-EE5D-AF05-E43B-DBD9E88E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A0982A-6EB6-FE80-3704-DEDAED92A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7E287E-5E14-FCC5-E318-040067AA8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73758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13996-B546-394E-3AB2-9EC7CD06A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33D549-E5ED-4D93-727C-C305F2F9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39E8E-9E12-B81B-46A9-9F220E4C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8EDF1E-6D91-1117-4EF0-7AC85636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8368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1F827D-8429-F510-4D50-A9E3181D1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92677-6AD5-44E2-4DBC-2FBA6E5E4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E6387-6D57-2948-B864-749D1A194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87934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896CD-E943-CB4F-8A93-1F5849619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0DA5-352A-BCF4-481A-1F7FD8BAE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29DF23-7C7E-8DDD-31B1-48B08F594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4F7F8-E1F5-65B1-3294-306CE96B2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10231-8FCD-EFC0-02B5-3F333BE65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59E16-6F83-2984-C7BF-4369B8786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891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941B8-5A75-8634-4BD2-CBD80E120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B25EB-E4CB-0351-46B5-B13BAA7479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9E13F7-F587-E73F-089C-6178A6021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8E447-EDCA-FA86-9CDE-F78B38F3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2A101-5DF1-B6DD-DCAE-5ACE1DB81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35AEA-64E6-39E7-37F4-73D9D9581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95378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AD47-FFC8-C9C7-1C9E-EB26BB567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D405-0D56-ACEF-569B-A4A511267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5C18E-A894-2ADC-8280-000A1CA1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817F2-764D-50AA-AA5E-566F7DDC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5A9BC-E429-36DD-4EA4-C15BEA004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3849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64D9B4-0A7B-9772-4608-F0C8AFFEF6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281B-D3A7-C07B-A620-5F70E68BC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DF1A5-F6B9-5F63-341F-65C6A42E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83FED-A8DE-5698-AD98-5DDB523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9DE2B-A6C2-DD9D-3DCB-1AEBD193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48808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0552FB-8DB0-B3B1-1D05-6D0A9A534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238FA-E364-FEE7-259C-44B2FED34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84B5-68FF-1A80-4839-078F6223F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AB0B-11FA-B31F-A751-AC8AB67A3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5E6C6-970B-66D5-C380-DF51C98A7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479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19C603-1A3A-F6D1-A04E-7A75A922A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434" y="1648839"/>
            <a:ext cx="10175132" cy="2331394"/>
          </a:xfrm>
        </p:spPr>
        <p:txBody>
          <a:bodyPr/>
          <a:lstStyle/>
          <a:p>
            <a:r>
              <a:rPr lang="uk-UA" dirty="0"/>
              <a:t>Лабораторна робота №1</a:t>
            </a:r>
          </a:p>
          <a:p>
            <a:r>
              <a:rPr lang="uk-UA" sz="1800" dirty="0"/>
              <a:t>Тема: "Налаштування робочого середовища"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2FB15D-A75C-BE6F-00D1-923DB8069FEF}"/>
              </a:ext>
            </a:extLst>
          </p:cNvPr>
          <p:cNvSpPr txBox="1">
            <a:spLocks/>
          </p:cNvSpPr>
          <p:nvPr/>
        </p:nvSpPr>
        <p:spPr>
          <a:xfrm>
            <a:off x="9400163" y="4441858"/>
            <a:ext cx="228162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Виконав</a:t>
            </a:r>
            <a:r>
              <a:rPr lang="en-US" sz="1400" dirty="0"/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Студент групи ІП-22-2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Бойко О. О.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29593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ADEFD-9C81-7468-1360-A8414B014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2461" y="800978"/>
            <a:ext cx="9927078" cy="4351338"/>
          </a:xfrm>
        </p:spPr>
        <p:txBody>
          <a:bodyPr>
            <a:normAutofit/>
          </a:bodyPr>
          <a:lstStyle/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Мета </a:t>
            </a:r>
            <a:r>
              <a:rPr lang="ru-RU" sz="1400" b="1" dirty="0" err="1"/>
              <a:t>роботи</a:t>
            </a:r>
            <a:r>
              <a:rPr lang="ru-RU" sz="1400" b="1" dirty="0"/>
              <a:t>:</a:t>
            </a:r>
            <a:r>
              <a:rPr lang="en-US" sz="1400" b="1" dirty="0"/>
              <a:t> </a:t>
            </a:r>
            <a:r>
              <a:rPr lang="uk-UA" sz="1400" dirty="0"/>
              <a:t>здійснити проведення налаштування робочого середовища для подальшого виконання лабораторних робіт.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Порядок </a:t>
            </a:r>
            <a:r>
              <a:rPr lang="ru-RU" sz="1400" b="1" dirty="0" err="1"/>
              <a:t>виконання</a:t>
            </a:r>
            <a:r>
              <a:rPr lang="ru-RU" sz="1400" b="1" dirty="0"/>
              <a:t> </a:t>
            </a:r>
            <a:r>
              <a:rPr lang="ru-RU" sz="1400" b="1" dirty="0" err="1"/>
              <a:t>роботи</a:t>
            </a:r>
            <a:r>
              <a:rPr lang="ru-RU" sz="1400" b="1" dirty="0"/>
              <a:t>: 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endParaRPr lang="ru-RU" sz="1400" dirty="0"/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2.1. </a:t>
            </a:r>
            <a:r>
              <a:rPr lang="ru-RU" sz="1400" dirty="0" err="1"/>
              <a:t>Підготовка</a:t>
            </a:r>
            <a:r>
              <a:rPr lang="ru-RU" sz="1400" dirty="0"/>
              <a:t> до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(</a:t>
            </a:r>
            <a:r>
              <a:rPr lang="ru-RU" sz="1400" dirty="0" err="1"/>
              <a:t>попереднє</a:t>
            </a:r>
            <a:r>
              <a:rPr lang="ru-RU" sz="1400" dirty="0"/>
              <a:t> </a:t>
            </a:r>
            <a:r>
              <a:rPr lang="ru-RU" sz="1400" dirty="0" err="1"/>
              <a:t>ознайомлення</a:t>
            </a:r>
            <a:r>
              <a:rPr lang="ru-RU" sz="1400" dirty="0"/>
              <a:t> з </a:t>
            </a:r>
            <a:r>
              <a:rPr lang="ru-RU" sz="1400" dirty="0" err="1"/>
              <a:t>методичними</a:t>
            </a:r>
            <a:r>
              <a:rPr lang="ru-RU" sz="1400" dirty="0"/>
              <a:t> </a:t>
            </a:r>
            <a:r>
              <a:rPr lang="ru-RU" sz="1400" dirty="0" err="1"/>
              <a:t>вказівками</a:t>
            </a:r>
            <a:r>
              <a:rPr lang="ru-RU" sz="1400" dirty="0"/>
              <a:t> до </a:t>
            </a:r>
            <a:r>
              <a:rPr lang="ru-RU" sz="1400" dirty="0" err="1"/>
              <a:t>лабораторної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та </a:t>
            </a:r>
            <a:r>
              <a:rPr lang="ru-RU" sz="1400" dirty="0" err="1"/>
              <a:t>опрацювання</a:t>
            </a:r>
            <a:r>
              <a:rPr lang="ru-RU" sz="1400" dirty="0"/>
              <a:t> теоретичного </a:t>
            </a:r>
            <a:r>
              <a:rPr lang="ru-RU" sz="1400" dirty="0" err="1"/>
              <a:t>матеріалу</a:t>
            </a:r>
            <a:r>
              <a:rPr lang="ru-RU" sz="1400" dirty="0"/>
              <a:t> за конспектом </a:t>
            </a:r>
            <a:r>
              <a:rPr lang="ru-RU" sz="1400" dirty="0" err="1"/>
              <a:t>лекцій</a:t>
            </a:r>
            <a:r>
              <a:rPr lang="ru-RU" sz="1400" dirty="0"/>
              <a:t> і </a:t>
            </a:r>
            <a:r>
              <a:rPr lang="ru-RU" sz="1400" dirty="0" err="1"/>
              <a:t>рекомендованою</a:t>
            </a:r>
            <a:r>
              <a:rPr lang="ru-RU" sz="1400" dirty="0"/>
              <a:t> </a:t>
            </a:r>
            <a:r>
              <a:rPr lang="ru-RU" sz="1400" dirty="0" err="1"/>
              <a:t>літературою</a:t>
            </a:r>
            <a:r>
              <a:rPr lang="ru-RU" sz="1400" dirty="0"/>
              <a:t>)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2.2.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завдання</a:t>
            </a:r>
            <a:r>
              <a:rPr lang="ru-RU" sz="1400" dirty="0"/>
              <a:t>.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2.3. </a:t>
            </a:r>
            <a:r>
              <a:rPr lang="ru-RU" sz="1400" dirty="0" err="1"/>
              <a:t>Захист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. </a:t>
            </a: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02786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C0C0BA-A79B-706E-41D2-D073A403F4A5}"/>
              </a:ext>
            </a:extLst>
          </p:cNvPr>
          <p:cNvSpPr txBox="1"/>
          <p:nvPr/>
        </p:nvSpPr>
        <p:spPr>
          <a:xfrm>
            <a:off x="1102467" y="309266"/>
            <a:ext cx="1000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b="1" dirty="0"/>
              <a:t>3. Результати виконаної роботи</a:t>
            </a:r>
          </a:p>
          <a:p>
            <a:r>
              <a:rPr lang="uk-UA" sz="1200" b="0" dirty="0"/>
              <a:t>Оскільки VS </a:t>
            </a:r>
            <a:r>
              <a:rPr lang="uk-UA" sz="1200" b="0" dirty="0" err="1"/>
              <a:t>Code</a:t>
            </a:r>
            <a:r>
              <a:rPr lang="uk-UA" sz="1200" dirty="0"/>
              <a:t> наявний на комп’ютері, </a:t>
            </a:r>
            <a:r>
              <a:rPr lang="en-US" sz="1200" dirty="0"/>
              <a:t>node.js </a:t>
            </a:r>
            <a:r>
              <a:rPr lang="uk-UA" sz="1200" dirty="0"/>
              <a:t>та </a:t>
            </a:r>
            <a:r>
              <a:rPr lang="en-US" sz="1200" dirty="0" err="1"/>
              <a:t>npm</a:t>
            </a:r>
            <a:r>
              <a:rPr lang="en-US" sz="1200" dirty="0"/>
              <a:t> </a:t>
            </a:r>
            <a:r>
              <a:rPr lang="uk-UA" sz="1200" dirty="0"/>
              <a:t>встановлені, було лиш оновлено </a:t>
            </a:r>
            <a:r>
              <a:rPr lang="en-US" sz="1200" dirty="0"/>
              <a:t>node.js </a:t>
            </a:r>
            <a:r>
              <a:rPr lang="uk-UA" sz="1200" dirty="0"/>
              <a:t>до </a:t>
            </a:r>
            <a:r>
              <a:rPr lang="en-US" sz="1200" dirty="0"/>
              <a:t>LTS </a:t>
            </a:r>
            <a:r>
              <a:rPr lang="uk-UA" sz="1200" dirty="0"/>
              <a:t>версії. Далі було створено скрипт з виводом імені в консоль та виконано. Результат показано на наступному рисунку:</a:t>
            </a:r>
            <a:br>
              <a:rPr lang="uk-UA" sz="1200" dirty="0"/>
            </a:br>
            <a:endParaRPr lang="uk-UA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421D8F-FFD2-1FB8-2B66-CB927D810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467" y="1002637"/>
            <a:ext cx="5953329" cy="2654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279F57-0D51-B2F4-A0DD-EA4EE76AAC0C}"/>
              </a:ext>
            </a:extLst>
          </p:cNvPr>
          <p:cNvSpPr txBox="1"/>
          <p:nvPr/>
        </p:nvSpPr>
        <p:spPr>
          <a:xfrm>
            <a:off x="1096000" y="3827751"/>
            <a:ext cx="1000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/>
              <a:t>Git </a:t>
            </a:r>
            <a:r>
              <a:rPr lang="uk-UA" sz="1400" b="0" dirty="0"/>
              <a:t>наявний на комп’ютері, </a:t>
            </a:r>
            <a:r>
              <a:rPr lang="uk-UA" sz="1400" dirty="0"/>
              <a:t>як і </a:t>
            </a:r>
            <a:r>
              <a:rPr lang="uk-UA" sz="1400" b="0" dirty="0"/>
              <a:t>обліковий</a:t>
            </a:r>
            <a:r>
              <a:rPr lang="en-US" sz="1400" b="0" dirty="0"/>
              <a:t> </a:t>
            </a:r>
            <a:r>
              <a:rPr lang="uk-UA" sz="1400" b="0" dirty="0"/>
              <a:t>запис в </a:t>
            </a:r>
            <a:r>
              <a:rPr lang="en-US" sz="1400" b="0" dirty="0"/>
              <a:t>GitHub</a:t>
            </a:r>
            <a:r>
              <a:rPr lang="uk-UA" sz="1400" dirty="0"/>
              <a:t>. Тому наступним було створення репозиторію та публікація на віддалений репозиторій. Результати показані на наступному рисунку:</a:t>
            </a:r>
            <a:endParaRPr lang="uk-UA" sz="1400" b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9A8B3-1993-779B-B1BC-881577248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467" y="4350971"/>
            <a:ext cx="4434279" cy="1515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4F6614-73C5-2E75-6532-7EF0B8D1D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716" y="4350971"/>
            <a:ext cx="3474679" cy="1516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5D28970-8DB2-552E-8E01-A22E807CACAF}"/>
              </a:ext>
            </a:extLst>
          </p:cNvPr>
          <p:cNvSpPr txBox="1"/>
          <p:nvPr/>
        </p:nvSpPr>
        <p:spPr>
          <a:xfrm>
            <a:off x="1096000" y="6272132"/>
            <a:ext cx="60939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/>
              <a:t>https://github.com/AlexBoiko412/auto-testing-lab1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5F837-0B21-EEB0-365D-11C84A4FEDB7}"/>
              </a:ext>
            </a:extLst>
          </p:cNvPr>
          <p:cNvSpPr txBox="1"/>
          <p:nvPr/>
        </p:nvSpPr>
        <p:spPr>
          <a:xfrm>
            <a:off x="1096000" y="5964355"/>
            <a:ext cx="100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/>
              <a:t>Посилання на репозиторій:</a:t>
            </a:r>
            <a:endParaRPr lang="uk-UA" sz="1400" b="0" dirty="0"/>
          </a:p>
        </p:txBody>
      </p:sp>
    </p:spTree>
    <p:extLst>
      <p:ext uri="{BB962C8B-B14F-4D97-AF65-F5344CB8AC3E}">
        <p14:creationId xmlns:p14="http://schemas.microsoft.com/office/powerpoint/2010/main" val="653328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53683"/>
            <a:ext cx="10515600" cy="1325563"/>
          </a:xfrm>
        </p:spPr>
        <p:txBody>
          <a:bodyPr>
            <a:normAutofit/>
          </a:bodyPr>
          <a:lstStyle/>
          <a:p>
            <a:r>
              <a:rPr lang="en-US" sz="1400" b="1" dirty="0"/>
              <a:t>4</a:t>
            </a:r>
            <a:r>
              <a:rPr sz="1400" b="1" dirty="0"/>
              <a:t>. </a:t>
            </a:r>
            <a:r>
              <a:rPr lang="uk-UA" sz="1400" b="1" dirty="0"/>
              <a:t>Висновки</a:t>
            </a:r>
            <a:endParaRPr sz="14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764372"/>
            <a:ext cx="10515600" cy="1158206"/>
          </a:xfrm>
        </p:spPr>
        <p:txBody>
          <a:bodyPr/>
          <a:lstStyle/>
          <a:p>
            <a:pPr marL="0" indent="0">
              <a:buNone/>
            </a:pPr>
            <a:r>
              <a:rPr lang="uk-UA" sz="1400" dirty="0"/>
              <a:t> </a:t>
            </a:r>
            <a:r>
              <a:rPr lang="en-US" sz="1400" dirty="0"/>
              <a:t>            </a:t>
            </a:r>
            <a:r>
              <a:rPr lang="uk-UA" sz="1400" dirty="0"/>
              <a:t>В ході виконання лабораторної роботи №1 було налаштоване робоче середовище: </a:t>
            </a:r>
            <a:r>
              <a:rPr lang="en-US" sz="1400" dirty="0"/>
              <a:t>VS Code, Node.js, Git. </a:t>
            </a:r>
            <a:r>
              <a:rPr lang="uk-UA" sz="1400" dirty="0"/>
              <a:t>Перевірено роботу </a:t>
            </a:r>
            <a:r>
              <a:rPr lang="en-US" sz="1400" dirty="0"/>
              <a:t>Node.js </a:t>
            </a:r>
            <a:r>
              <a:rPr lang="uk-UA" sz="1400" dirty="0"/>
              <a:t>шляхом створення та виконання простого </a:t>
            </a:r>
            <a:r>
              <a:rPr lang="en-US" sz="1400" dirty="0"/>
              <a:t>JS </a:t>
            </a:r>
            <a:r>
              <a:rPr lang="uk-UA" sz="1400" dirty="0"/>
              <a:t>скрипту. Налаштовано синхронізацію локального </a:t>
            </a:r>
            <a:r>
              <a:rPr lang="en-US" sz="1400" dirty="0"/>
              <a:t>git-</a:t>
            </a:r>
            <a:r>
              <a:rPr lang="uk-UA" sz="1400" dirty="0"/>
              <a:t>репозиторію з </a:t>
            </a:r>
            <a:r>
              <a:rPr lang="en-US" sz="1400" dirty="0"/>
              <a:t>GitHub.</a:t>
            </a:r>
            <a:endParaRPr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214</Words>
  <Application>Microsoft Office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4. Висновки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Boiko</dc:creator>
  <cp:lastModifiedBy>Alex Boiko</cp:lastModifiedBy>
  <cp:revision>11</cp:revision>
  <dcterms:created xsi:type="dcterms:W3CDTF">2026-05-14T09:21:37Z</dcterms:created>
  <dcterms:modified xsi:type="dcterms:W3CDTF">2026-05-14T11:02:18Z</dcterms:modified>
</cp:coreProperties>
</file>