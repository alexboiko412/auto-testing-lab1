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77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F6D87-09EA-6E99-1F77-D9AFA454FB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358DB5-D20D-C469-92DB-0A24AA3783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uk-U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CB1990-70B1-8B2B-7410-BDD88AA8D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8C6ABD-701B-88EC-6E9D-4B3546F45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F72BE7-8058-639C-369B-A42E87D9A8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089405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D9764-D77C-47C0-3CF2-66C7EE445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D1EE4-71D2-2DB5-90BF-137CBBFF54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A4957-E3C7-37A7-42F8-B597B94CD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27E309-BB73-2700-5331-BA2B6D7EC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CB1269-3A24-284A-4EF5-DA6CE71EE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9402825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D0674-352E-E4AE-E50C-2B74B297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CF1B20-6912-BDDA-E49B-901F654ED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1766DF-D850-DEAB-FCF9-4DC423A2A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F97BD2-DAD0-FA75-51C2-7FDB2467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34A4FE-E0F9-D8E3-6252-BAC2EF5EB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505374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DF961-AADC-9392-34D1-77D61D883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E73D04-E000-6D2F-CE97-0A9C262D5F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CC5F12-5120-5B46-D800-8FE84C5429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3F4D4-1394-33CB-6895-975125D5A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7A5492-13FF-E78D-3D47-555603460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6795F-1638-3C16-B364-3B2FDB441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5754007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C28DB-ABF9-529C-2493-66F146EFE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018206-808C-8D0A-A0AA-83C6C3347B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43F56B-7DF4-81AC-6D87-6FAA0F0C1A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F03717-E594-0933-E125-8DBA6C9130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0FE8BE-074D-A9DE-544F-6709812404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009EE0-EE5D-AF05-E43B-DBD9E88E2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A0982A-6EB6-FE80-3704-DEDAED92A5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7E287E-5E14-FCC5-E318-040067AA8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3737586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13996-B546-394E-3AB2-9EC7CD06A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33D549-E5ED-4D93-727C-C305F2F9F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B39E8E-9E12-B81B-46A9-9F220E4CD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8EDF1E-6D91-1117-4EF0-7AC85636B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383687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11F827D-8429-F510-4D50-A9E3181D1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792677-6AD5-44E2-4DBC-2FBA6E5E4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EE6387-6D57-2948-B864-749D1A194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42879349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8896CD-E943-CB4F-8A93-1F5849619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030DA5-352A-BCF4-481A-1F7FD8BAE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29DF23-7C7E-8DDD-31B1-48B08F594B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84F7F8-E1F5-65B1-3294-306CE96B2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E10231-8FCD-EFC0-02B5-3F333BE65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259E16-6F83-2984-C7BF-4369B8786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289104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941B8-5A75-8634-4BD2-CBD80E120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5B25EB-E4CB-0351-46B5-B13BAA7479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9E13F7-F587-E73F-089C-6178A602146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98E447-EDCA-FA86-9CDE-F78B38F33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42A101-5DF1-B6DD-DCAE-5ACE1DB81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935AEA-64E6-39E7-37F4-73D9D9581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995378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0AD47-FFC8-C9C7-1C9E-EB26BB5677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136D405-0D56-ACEF-569B-A4A5112674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75C18E-A894-2ADC-8280-000A1CA1D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A817F2-764D-50AA-AA5E-566F7DDCA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25A9BC-E429-36DD-4EA4-C15BEA004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7938496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64D9B4-0A7B-9772-4608-F0C8AFFEF6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D1281B-D3A7-C07B-A620-5F70E68BC8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FDF1A5-F6B9-5F63-341F-65C6A42E9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83FED-A8DE-5698-AD98-5DDB52399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B9DE2B-A6C2-DD9D-3DCB-1AEBD193C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948808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E0552FB-8DB0-B3B1-1D05-6D0A9A534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uk-U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6238FA-E364-FEE7-259C-44B2FED34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uk-U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B684B5-68FF-1A80-4839-078F6223F9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B8E339-896D-4591-9E26-2982FE364767}" type="datetimeFigureOut">
              <a:rPr lang="uk-UA" smtClean="0"/>
              <a:t>14.05.2026</a:t>
            </a:fld>
            <a:endParaRPr lang="uk-U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9AB0B-11FA-B31F-A751-AC8AB67A3F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65E6C6-970B-66D5-C380-DF51C98A728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7AE7EE-A82D-47CD-AC4F-BA04460AD7EB}" type="slidenum">
              <a:rPr lang="uk-UA" smtClean="0"/>
              <a:t>‹#›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6479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A19C603-1A3A-F6D1-A04E-7A75A922AF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08434" y="1648839"/>
            <a:ext cx="10175132" cy="2331394"/>
          </a:xfrm>
        </p:spPr>
        <p:txBody>
          <a:bodyPr/>
          <a:lstStyle/>
          <a:p>
            <a:r>
              <a:rPr lang="uk-UA" dirty="0"/>
              <a:t>Лабораторна робота №1</a:t>
            </a:r>
          </a:p>
          <a:p>
            <a:r>
              <a:rPr lang="uk-UA" sz="1800" dirty="0"/>
              <a:t>Тема: "Налаштування робочого середовища"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D2FB15D-A75C-BE6F-00D1-923DB8069FEF}"/>
              </a:ext>
            </a:extLst>
          </p:cNvPr>
          <p:cNvSpPr txBox="1">
            <a:spLocks/>
          </p:cNvSpPr>
          <p:nvPr/>
        </p:nvSpPr>
        <p:spPr>
          <a:xfrm>
            <a:off x="9400163" y="4441858"/>
            <a:ext cx="2281628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uk-UA" sz="1400" dirty="0"/>
              <a:t>Виконав</a:t>
            </a:r>
            <a:r>
              <a:rPr lang="en-US" sz="1400" dirty="0"/>
              <a:t>: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uk-UA" sz="1400" dirty="0"/>
              <a:t>Студент групи ІП-22-2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uk-UA" sz="1400" dirty="0"/>
              <a:t>Бойко О. О.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endParaRPr lang="uk-UA" sz="1400" dirty="0"/>
          </a:p>
        </p:txBody>
      </p:sp>
    </p:spTree>
    <p:extLst>
      <p:ext uri="{BB962C8B-B14F-4D97-AF65-F5344CB8AC3E}">
        <p14:creationId xmlns:p14="http://schemas.microsoft.com/office/powerpoint/2010/main" val="229593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ADEFD-9C81-7468-1360-A8414B014C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2461" y="800978"/>
            <a:ext cx="9927078" cy="4351338"/>
          </a:xfrm>
        </p:spPr>
        <p:txBody>
          <a:bodyPr>
            <a:normAutofit/>
          </a:bodyPr>
          <a:lstStyle/>
          <a:p>
            <a:pPr marL="342900" indent="-342900">
              <a:spcBef>
                <a:spcPts val="0"/>
              </a:spcBef>
              <a:buAutoNum type="arabicPeriod"/>
            </a:pPr>
            <a:r>
              <a:rPr lang="ru-RU" sz="1400" b="1" dirty="0"/>
              <a:t>Мета </a:t>
            </a:r>
            <a:r>
              <a:rPr lang="ru-RU" sz="1400" b="1" dirty="0" err="1"/>
              <a:t>роботи</a:t>
            </a:r>
            <a:r>
              <a:rPr lang="ru-RU" sz="1400" b="1" dirty="0"/>
              <a:t>:</a:t>
            </a:r>
            <a:r>
              <a:rPr lang="en-US" sz="1400" b="1" dirty="0"/>
              <a:t> </a:t>
            </a:r>
            <a:r>
              <a:rPr lang="uk-UA" sz="1400" dirty="0"/>
              <a:t>здійснити проведення налаштування робочого середовища для подальшого виконання лабораторних робіт.</a:t>
            </a:r>
          </a:p>
          <a:p>
            <a:pPr marL="342900" indent="-342900">
              <a:spcBef>
                <a:spcPts val="0"/>
              </a:spcBef>
              <a:buAutoNum type="arabicPeriod"/>
            </a:pPr>
            <a:r>
              <a:rPr lang="ru-RU" sz="1400" b="1" dirty="0"/>
              <a:t>Порядок </a:t>
            </a:r>
            <a:r>
              <a:rPr lang="ru-RU" sz="1400" b="1" dirty="0" err="1"/>
              <a:t>виконання</a:t>
            </a:r>
            <a:r>
              <a:rPr lang="ru-RU" sz="1400" b="1" dirty="0"/>
              <a:t> </a:t>
            </a:r>
            <a:r>
              <a:rPr lang="ru-RU" sz="1400" b="1" dirty="0" err="1"/>
              <a:t>роботи</a:t>
            </a:r>
            <a:r>
              <a:rPr lang="ru-RU" sz="1400" b="1" dirty="0"/>
              <a:t>: </a:t>
            </a:r>
          </a:p>
          <a:p>
            <a:pPr marL="342900" indent="-342900">
              <a:spcBef>
                <a:spcPts val="0"/>
              </a:spcBef>
              <a:buAutoNum type="arabicPeriod"/>
            </a:pPr>
            <a:endParaRPr lang="ru-RU" sz="1400" dirty="0"/>
          </a:p>
          <a:p>
            <a:pPr marL="0" indent="0">
              <a:spcBef>
                <a:spcPts val="0"/>
              </a:spcBef>
              <a:buNone/>
            </a:pPr>
            <a:r>
              <a:rPr lang="ru-RU" sz="1400" dirty="0"/>
              <a:t>    2.1. </a:t>
            </a:r>
            <a:r>
              <a:rPr lang="ru-RU" sz="1400" dirty="0" err="1"/>
              <a:t>Підготовка</a:t>
            </a:r>
            <a:r>
              <a:rPr lang="ru-RU" sz="1400" dirty="0"/>
              <a:t> до </a:t>
            </a:r>
            <a:r>
              <a:rPr lang="ru-RU" sz="1400" dirty="0" err="1"/>
              <a:t>виконання</a:t>
            </a:r>
            <a:r>
              <a:rPr lang="ru-RU" sz="1400" dirty="0"/>
              <a:t> </a:t>
            </a:r>
            <a:r>
              <a:rPr lang="ru-RU" sz="1400" dirty="0" err="1"/>
              <a:t>роботи</a:t>
            </a:r>
            <a:r>
              <a:rPr lang="ru-RU" sz="1400" dirty="0"/>
              <a:t> (</a:t>
            </a:r>
            <a:r>
              <a:rPr lang="ru-RU" sz="1400" dirty="0" err="1"/>
              <a:t>попереднє</a:t>
            </a:r>
            <a:r>
              <a:rPr lang="ru-RU" sz="1400" dirty="0"/>
              <a:t> </a:t>
            </a:r>
            <a:r>
              <a:rPr lang="ru-RU" sz="1400" dirty="0" err="1"/>
              <a:t>ознайомлення</a:t>
            </a:r>
            <a:r>
              <a:rPr lang="ru-RU" sz="1400" dirty="0"/>
              <a:t> з </a:t>
            </a:r>
            <a:r>
              <a:rPr lang="ru-RU" sz="1400" dirty="0" err="1"/>
              <a:t>методичними</a:t>
            </a:r>
            <a:r>
              <a:rPr lang="ru-RU" sz="1400" dirty="0"/>
              <a:t> </a:t>
            </a:r>
            <a:r>
              <a:rPr lang="ru-RU" sz="1400" dirty="0" err="1"/>
              <a:t>вказівками</a:t>
            </a:r>
            <a:r>
              <a:rPr lang="ru-RU" sz="1400" dirty="0"/>
              <a:t> до </a:t>
            </a:r>
            <a:r>
              <a:rPr lang="ru-RU" sz="1400" dirty="0" err="1"/>
              <a:t>лабораторної</a:t>
            </a:r>
            <a:r>
              <a:rPr lang="ru-RU" sz="1400" dirty="0"/>
              <a:t> </a:t>
            </a:r>
            <a:r>
              <a:rPr lang="ru-RU" sz="1400" dirty="0" err="1"/>
              <a:t>роботи</a:t>
            </a:r>
            <a:r>
              <a:rPr lang="ru-RU" sz="1400" dirty="0"/>
              <a:t> та </a:t>
            </a:r>
            <a:r>
              <a:rPr lang="ru-RU" sz="1400" dirty="0" err="1"/>
              <a:t>опрацювання</a:t>
            </a:r>
            <a:r>
              <a:rPr lang="ru-RU" sz="1400" dirty="0"/>
              <a:t> теоретичного </a:t>
            </a:r>
            <a:r>
              <a:rPr lang="ru-RU" sz="1400" dirty="0" err="1"/>
              <a:t>матеріалу</a:t>
            </a:r>
            <a:r>
              <a:rPr lang="ru-RU" sz="1400" dirty="0"/>
              <a:t> за конспектом </a:t>
            </a:r>
            <a:r>
              <a:rPr lang="ru-RU" sz="1400" dirty="0" err="1"/>
              <a:t>лекцій</a:t>
            </a:r>
            <a:r>
              <a:rPr lang="ru-RU" sz="1400" dirty="0"/>
              <a:t> і </a:t>
            </a:r>
            <a:r>
              <a:rPr lang="ru-RU" sz="1400" dirty="0" err="1"/>
              <a:t>рекомендованою</a:t>
            </a:r>
            <a:r>
              <a:rPr lang="ru-RU" sz="1400" dirty="0"/>
              <a:t> </a:t>
            </a:r>
            <a:r>
              <a:rPr lang="ru-RU" sz="1400" dirty="0" err="1"/>
              <a:t>літературою</a:t>
            </a:r>
            <a:r>
              <a:rPr lang="ru-RU" sz="1400" dirty="0"/>
              <a:t>) 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1400" dirty="0"/>
              <a:t>    2.2. </a:t>
            </a:r>
            <a:r>
              <a:rPr lang="ru-RU" sz="1400" dirty="0" err="1"/>
              <a:t>Виконання</a:t>
            </a:r>
            <a:r>
              <a:rPr lang="ru-RU" sz="1400" dirty="0"/>
              <a:t> </a:t>
            </a:r>
            <a:r>
              <a:rPr lang="ru-RU" sz="1400" dirty="0" err="1"/>
              <a:t>завдання</a:t>
            </a:r>
            <a:r>
              <a:rPr lang="ru-RU" sz="1400" dirty="0"/>
              <a:t>. </a:t>
            </a:r>
          </a:p>
          <a:p>
            <a:pPr marL="0" indent="0">
              <a:spcBef>
                <a:spcPts val="0"/>
              </a:spcBef>
              <a:buNone/>
            </a:pPr>
            <a:r>
              <a:rPr lang="ru-RU" sz="1400" dirty="0"/>
              <a:t>    2.3. </a:t>
            </a:r>
            <a:r>
              <a:rPr lang="ru-RU" sz="1400" dirty="0" err="1"/>
              <a:t>Захист</a:t>
            </a:r>
            <a:r>
              <a:rPr lang="ru-RU" sz="1400" dirty="0"/>
              <a:t> </a:t>
            </a:r>
            <a:r>
              <a:rPr lang="ru-RU" sz="1400" dirty="0" err="1"/>
              <a:t>роботи</a:t>
            </a:r>
            <a:r>
              <a:rPr lang="ru-RU" sz="1400" dirty="0"/>
              <a:t>. </a:t>
            </a:r>
            <a:endParaRPr lang="uk-UA" sz="1400" dirty="0"/>
          </a:p>
        </p:txBody>
      </p:sp>
    </p:spTree>
    <p:extLst>
      <p:ext uri="{BB962C8B-B14F-4D97-AF65-F5344CB8AC3E}">
        <p14:creationId xmlns:p14="http://schemas.microsoft.com/office/powerpoint/2010/main" val="2027860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1C0C0BA-A79B-706E-41D2-D073A403F4A5}"/>
              </a:ext>
            </a:extLst>
          </p:cNvPr>
          <p:cNvSpPr txBox="1"/>
          <p:nvPr/>
        </p:nvSpPr>
        <p:spPr>
          <a:xfrm>
            <a:off x="1102467" y="309266"/>
            <a:ext cx="1000000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1400" b="1" dirty="0"/>
              <a:t>3. Результати виконаної роботи</a:t>
            </a:r>
          </a:p>
          <a:p>
            <a:r>
              <a:rPr lang="uk-UA" sz="1200" b="0" dirty="0"/>
              <a:t>Оскільки VS </a:t>
            </a:r>
            <a:r>
              <a:rPr lang="uk-UA" sz="1200" b="0" dirty="0" err="1"/>
              <a:t>Code</a:t>
            </a:r>
            <a:r>
              <a:rPr lang="uk-UA" sz="1200" dirty="0"/>
              <a:t> наявний на комп’ютері, </a:t>
            </a:r>
            <a:r>
              <a:rPr lang="en-US" sz="1200" dirty="0"/>
              <a:t>node.js </a:t>
            </a:r>
            <a:r>
              <a:rPr lang="uk-UA" sz="1200" dirty="0"/>
              <a:t>та </a:t>
            </a:r>
            <a:r>
              <a:rPr lang="en-US" sz="1200" dirty="0" err="1"/>
              <a:t>npm</a:t>
            </a:r>
            <a:r>
              <a:rPr lang="en-US" sz="1200" dirty="0"/>
              <a:t> </a:t>
            </a:r>
            <a:r>
              <a:rPr lang="uk-UA" sz="1200" dirty="0"/>
              <a:t>встановлені, було лиш оновлено </a:t>
            </a:r>
            <a:r>
              <a:rPr lang="en-US" sz="1200" dirty="0"/>
              <a:t>node.js </a:t>
            </a:r>
            <a:r>
              <a:rPr lang="uk-UA" sz="1200" dirty="0"/>
              <a:t>до </a:t>
            </a:r>
            <a:r>
              <a:rPr lang="en-US" sz="1200" dirty="0"/>
              <a:t>LTS </a:t>
            </a:r>
            <a:r>
              <a:rPr lang="uk-UA" sz="1200" dirty="0"/>
              <a:t>версії. Далі було створено скрипт з виводом імені в консоль та виконано. Результат показано на наступному рисунку:</a:t>
            </a:r>
            <a:br>
              <a:rPr lang="uk-UA" sz="1200" dirty="0"/>
            </a:br>
            <a:endParaRPr lang="uk-UA" sz="1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421D8F-FFD2-1FB8-2B66-CB927D810B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467" y="1002637"/>
            <a:ext cx="5953329" cy="26549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A279F57-0D51-B2F4-A0DD-EA4EE76AAC0C}"/>
              </a:ext>
            </a:extLst>
          </p:cNvPr>
          <p:cNvSpPr txBox="1"/>
          <p:nvPr/>
        </p:nvSpPr>
        <p:spPr>
          <a:xfrm>
            <a:off x="1096000" y="3827751"/>
            <a:ext cx="1000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/>
              <a:t>Git </a:t>
            </a:r>
            <a:r>
              <a:rPr lang="uk-UA" sz="1400" b="0" dirty="0"/>
              <a:t>наявний на комп’ютері, </a:t>
            </a:r>
            <a:r>
              <a:rPr lang="uk-UA" sz="1400" dirty="0"/>
              <a:t>як і </a:t>
            </a:r>
            <a:r>
              <a:rPr lang="uk-UA" sz="1400" b="0" dirty="0"/>
              <a:t>обліковий</a:t>
            </a:r>
            <a:r>
              <a:rPr lang="en-US" sz="1400" b="0" dirty="0"/>
              <a:t> </a:t>
            </a:r>
            <a:r>
              <a:rPr lang="uk-UA" sz="1400" b="0" dirty="0"/>
              <a:t>запис в </a:t>
            </a:r>
            <a:r>
              <a:rPr lang="en-US" sz="1400" b="0" dirty="0"/>
              <a:t>GitHub</a:t>
            </a:r>
            <a:r>
              <a:rPr lang="uk-UA" sz="1400" dirty="0"/>
              <a:t>. Тому наступним було створення репозиторію та публікація на віддалений репозиторій. Результати показані на наступному рисунку:</a:t>
            </a:r>
            <a:endParaRPr lang="uk-UA" sz="1400" b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D39A8B3-1993-779B-B1BC-8815772480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467" y="4350971"/>
            <a:ext cx="4434279" cy="151514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4F6614-73C5-2E75-6532-7EF0B8D1D4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4716" y="4350971"/>
            <a:ext cx="3474679" cy="15167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5D28970-8DB2-552E-8E01-A22E807CACAF}"/>
              </a:ext>
            </a:extLst>
          </p:cNvPr>
          <p:cNvSpPr txBox="1"/>
          <p:nvPr/>
        </p:nvSpPr>
        <p:spPr>
          <a:xfrm>
            <a:off x="1096000" y="6272132"/>
            <a:ext cx="609399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400" dirty="0"/>
              <a:t>https://github.com/AlexBoiko412/auto-testing-lab1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5F837-0B21-EEB0-365D-11C84A4FEDB7}"/>
              </a:ext>
            </a:extLst>
          </p:cNvPr>
          <p:cNvSpPr txBox="1"/>
          <p:nvPr/>
        </p:nvSpPr>
        <p:spPr>
          <a:xfrm>
            <a:off x="1096000" y="5964355"/>
            <a:ext cx="100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uk-UA" sz="1400" dirty="0"/>
              <a:t>Посилання на репозиторій:</a:t>
            </a:r>
            <a:endParaRPr lang="uk-UA" sz="1400" b="0" dirty="0"/>
          </a:p>
        </p:txBody>
      </p:sp>
    </p:spTree>
    <p:extLst>
      <p:ext uri="{BB962C8B-B14F-4D97-AF65-F5344CB8AC3E}">
        <p14:creationId xmlns:p14="http://schemas.microsoft.com/office/powerpoint/2010/main" val="6533283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-153683"/>
            <a:ext cx="10515600" cy="1325563"/>
          </a:xfrm>
        </p:spPr>
        <p:txBody>
          <a:bodyPr>
            <a:normAutofit/>
          </a:bodyPr>
          <a:lstStyle/>
          <a:p>
            <a:r>
              <a:rPr lang="en-US" sz="1400" b="1" dirty="0"/>
              <a:t>4</a:t>
            </a:r>
            <a:r>
              <a:rPr sz="1400" b="1" dirty="0"/>
              <a:t>. </a:t>
            </a:r>
            <a:r>
              <a:rPr lang="uk-UA" sz="1400" b="1" dirty="0"/>
              <a:t>Висновки</a:t>
            </a:r>
            <a:endParaRPr sz="14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764372"/>
            <a:ext cx="10515600" cy="1158206"/>
          </a:xfrm>
        </p:spPr>
        <p:txBody>
          <a:bodyPr/>
          <a:lstStyle/>
          <a:p>
            <a:pPr marL="0" indent="0">
              <a:buNone/>
            </a:pPr>
            <a:r>
              <a:rPr lang="uk-UA" sz="1400" dirty="0"/>
              <a:t> </a:t>
            </a:r>
            <a:r>
              <a:rPr lang="en-US" sz="1400" dirty="0"/>
              <a:t>            </a:t>
            </a:r>
            <a:r>
              <a:rPr lang="uk-UA" sz="1400" dirty="0"/>
              <a:t>В ході виконання лабораторної роботи №1 було налаштоване робоче середовище: </a:t>
            </a:r>
            <a:r>
              <a:rPr lang="en-US" sz="1400" dirty="0"/>
              <a:t>VS Code, Node.js, Git. </a:t>
            </a:r>
            <a:r>
              <a:rPr lang="uk-UA" sz="1400" dirty="0"/>
              <a:t>Перевірено роботу </a:t>
            </a:r>
            <a:r>
              <a:rPr lang="en-US" sz="1400" dirty="0"/>
              <a:t>Node.js </a:t>
            </a:r>
            <a:r>
              <a:rPr lang="uk-UA" sz="1400" dirty="0"/>
              <a:t>шляхом створення та виконання простого </a:t>
            </a:r>
            <a:r>
              <a:rPr lang="en-US" sz="1400" dirty="0"/>
              <a:t>JS </a:t>
            </a:r>
            <a:r>
              <a:rPr lang="uk-UA" sz="1400" dirty="0"/>
              <a:t>скрипту. Налаштовано синхронізацію локального </a:t>
            </a:r>
            <a:r>
              <a:rPr lang="en-US" sz="1400" dirty="0"/>
              <a:t>git-</a:t>
            </a:r>
            <a:r>
              <a:rPr lang="uk-UA" sz="1400" dirty="0"/>
              <a:t>репозиторію з </a:t>
            </a:r>
            <a:r>
              <a:rPr lang="en-US" sz="1400" dirty="0"/>
              <a:t>GitHub.</a:t>
            </a:r>
            <a:endParaRPr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59</TotalTime>
  <Words>214</Words>
  <Application>Microsoft Office PowerPoint</Application>
  <PresentationFormat>Widescreen</PresentationFormat>
  <Paragraphs>18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4. Висновки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 Boiko</dc:creator>
  <cp:lastModifiedBy>Alex Boiko</cp:lastModifiedBy>
  <cp:revision>11</cp:revision>
  <dcterms:created xsi:type="dcterms:W3CDTF">2026-05-14T09:21:37Z</dcterms:created>
  <dcterms:modified xsi:type="dcterms:W3CDTF">2026-05-14T11:03:36Z</dcterms:modified>
</cp:coreProperties>
</file>